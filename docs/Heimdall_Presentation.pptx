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Access &amp; Hostel Management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749040"/>
            <a:ext cx="3657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production-grade, highly scalable, and secure QR permission architecture.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VITE/REACT  •  EXPRESS  •  REDIS  •  MONGODB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Campus Gate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systems fail during rush hours (5 PM returns, weekend exit crowds):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Logbook Bottlenecks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logs create massive queues, holding students at the gate for up to 30 mins.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Outpasses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566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check on screenshot sharing, manual slip falsification, or fake permissions.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Delays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566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wardens and parents disconnected from gate logs, resulting in manual validation.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10312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Auditing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admin cannot monitor active students in campus or track emergency missing students.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High-Availability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25603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 (SPA)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React / Vite Web Portal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Tailwind &amp; Custom CSS 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html5-qrcode Web Scanner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Socket.io Event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5603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API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Express REST Endpoints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Socket.io Event Servers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Helmet &amp; CORS Middleware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Brute-force Rate Limiters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5603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MEMCACHE &amp; TASK QUEUE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Redis Cache (Dashboard)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Scan Lock Service (Lua NX)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BullMQ Asynchronous Workers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JWT Token Blacklist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645920"/>
            <a:ext cx="25603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MongoDB Atlas (M0/M30)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Indexed Query Collections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Mongoose Schemas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Auto Reconnection Pool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 &amp; Dynamic QR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Features for Students: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Dynamic QR Codes: Uses cryptographically signed JWT tokens and dynamic OTP salts that change every 60 seconds.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Screenshots Prevention: Prevents QR reuse, sharing, and out-of-campus code generation.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Home-Visit Requests: Input travel destination and date targets to request outpass approvals.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Parent Webhook Integration: Sends SMS alerts and monitors replies in the background.</a:t>
            </a:r>
            <a:endParaRPr lang="en-US" sz="1300" dirty="0"/>
          </a:p>
        </p:txBody>
      </p:sp>
      <p:pic>
        <p:nvPicPr>
          <p:cNvPr id="9" name="Image 0" descr="/Users/kaustubh/Desktop/Hostel_permission-main/docs/assets/student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4389120" cy="4389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Guard Scanner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High-Throughput Gate Terminal 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Zero-Latency Scanner: Instant camera capture on laptop webcams or mobile tablet lenses.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Access Approved Signal: Renders a fullscreen neon green indicator and emits a confirmation audio beep.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Scan Lock Service: Prevents double-scans and multiple entry trials at different gates via atomic Redis locking.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Live Gate Feed: Lists last 5 scanned logs on a live sidebar for security personnel monitoring.</a:t>
            </a:r>
            <a:endParaRPr lang="en-US" sz="1300" dirty="0"/>
          </a:p>
        </p:txBody>
      </p:sp>
      <p:pic>
        <p:nvPicPr>
          <p:cNvPr id="9" name="Image 0" descr="/Users/kaustubh/Desktop/Hostel_permission-main/docs/assets/guard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4389120" cy="4389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Operations &amp; Approvals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Home Visits &amp; Grievance Controls: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Pending Outpass Auditing: Shows student outpass details, destinations, and visit timeframes.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WhatsApp Approval Status: Indicates if parent approved (green), rejected (red) or is pending response.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One-Click Pass Controls: Wardens can "Grant Final Pass" or "Reject Pass" directly from their panel.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Aggregated Analytics: Visualization charts on outpass counts, hostel ratios, and pending tasks.</a:t>
            </a:r>
            <a:endParaRPr lang="en-US" sz="1300" dirty="0"/>
          </a:p>
        </p:txBody>
      </p:sp>
      <p:pic>
        <p:nvPicPr>
          <p:cNvPr id="9" name="Image 0" descr="/Users/kaustubh/Desktop/Hostel_permission-main/docs/assets/warden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4389120" cy="4389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Telemetry &amp; Health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System Configuration &amp; Monitoring: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Live Telemetry Monitors: Real-time graphs showing scan traffic, server uptime, and active connection ratios.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Database Connection Pools: Checks pool status (max 5 in free tier mode, up to 100 on paid cluster).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Cache Validation Stats: Real-time monitoring of Redis client and BullMQ workers.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Active Occupancy Tracking: Charts current campus/hostel ratios and lists recent system warnings.</a:t>
            </a:r>
            <a:endParaRPr lang="en-US" sz="1300" dirty="0"/>
          </a:p>
        </p:txBody>
      </p:sp>
      <p:pic>
        <p:nvPicPr>
          <p:cNvPr id="9" name="Image 0" descr="/Users/kaustubh/Desktop/Hostel_permission-main/docs/assets/admin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4389120" cy="4389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Performance Benchmarks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Engineered Concurrency Mitigations: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Atomic Redis Lock: Blocks double-scanning at separate gate terminals concurrently.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Aggressive Dashboard Caching: Saves MongoDB aggregate CPU loads by caching Warden counters in Redis.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BullMQ Notification Queues: Offloads Twilio SMS &amp; WhatsApp notifications to background threads.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Atlas Free-Tier Caps: Caps pool size and schedules idle timeouts to run reliably on free plans.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API Latency &amp; Capacity Benchmarks: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11680"/>
          <a:ext cx="5303520" cy="32004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/api/ready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Healthcheck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/api/dashboard/summary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ms (Cached)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Cache Hit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/api/gatescan/scan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Auth + 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/api/auth/login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Bcrypt verification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/api/student/status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query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Run &amp; Operational Rollout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50292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DEVELOPMENT INITIALIZATION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Install dependencies across client &amp; server: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 npm run install:all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Seed database with credentials: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 npm run seed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Start concurrent backend &amp; frontend: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 npm run dev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Orchestrate complete local services: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 docker-compose up --build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PRODUCTION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Deploy frontend client to Vercel CDN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Root directory: frontend/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Redirect config: vercel.json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Deploy stateless API backend to Render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Root directory: backend/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Configured with auto-scaling instances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Provision Atlas &amp; Redis Cloud instances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Cap MongoDB connections pool to 5 on free tier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Set redis memory-policy = allkeys-lru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Heimdall Smart Hostel Management Platform   |   Slide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2026-05-25T18:44:37Z</dcterms:created>
  <dcterms:modified xsi:type="dcterms:W3CDTF">2026-05-25T18:44:37Z</dcterms:modified>
</cp:coreProperties>
</file>